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1: Title &amp; Team Introduction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2: Problem Statement &amp; Diagnostic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3: Solution Idea: ECO-CONNECT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4: Technical &amp; Operational Feasibility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5: Business &amp; Financial Viability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6: Collaboration &amp; Implementation Fit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7: Execution Readiness &amp; Roadmap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8: Closing &amp; Support Needed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Problem Statement: Decoupling Traffic Surges from Flat ARPU &amp; Carbon Drag</dc:title>
  <dc:subject>PptxGenJS Presentation</dc:subject>
  <dc:creator>Created by Marp</dc:creator>
  <cp:lastModifiedBy>Created by Marp</cp:lastModifiedBy>
  <cp:revision>1</cp:revision>
  <dcterms:created xsi:type="dcterms:W3CDTF">2026-10-16T00:49:58Z</dcterms:created>
  <dcterms:modified xsi:type="dcterms:W3CDTF">2026-10-16T00:49:58Z</dcterms:modified>
</cp:coreProperties>
</file>